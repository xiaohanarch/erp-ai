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开场一句：这份材料不是内容罗列，是沿着 14 条总纲的一条主线走下来的。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这一页先讲清楚结构，后面每一段开头都会回到这条主线。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这是全篇的锚。数字是真实系统跑出来的。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承上启下：这四类问题解释了为什么定位必须是 AI-Native 而不是 ERP +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原则 1/2/3 合并回答。被问「你这不就是外挂」时，答案是共享器官加三个入口对照。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这一页是全篇的骨架，后面每组机制开头都会标它属于哪个 Q。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原则 5 的关键是「手工维护的语义资产必然腐烂」。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这是原则 7 的直接回应，也是原则 1/3 的落地证据。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类比讲：工牌、门禁卡、操作票、一次性授权书。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原则 6 回应。协同要像组织里的授权办事，不是两个陌生人自愿结对。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这是对原则 8 唯一的实质性补充建议，要讲透。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三档共用语义层与治理，差别只在数据通道和纪律松紧。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原则 9 和 10 放一页，因为都属于「动得了」这一组的收尾。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原则 11 回应。重点讲监督者那一格，因为它最容易变成口号。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原则 12 回应。最后一格是这次特意补上的诚实边界。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原则 13 和 14 一页讲完，因为都属于「怎么变成产品」。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逻辑视图回答的是「由哪些部分组成、各管什么」。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运行时视图回答的是「跑起来是什么样、出故障影响谁」。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开发视图回答的是「团队按什么结构干活、加东西时动哪里」。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这两页是给领导逐条核对用的，讲的时候按需展开。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条和第 8 条是仅有的两处需要领导确认的调整。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是本轮新加的，也是最硬的一处。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如果只从这份材料里带走一个待决问题，就是这个。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和 20 重点讲，其余快速带过。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诚实列出来比被问出来好。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部长会问这是及格线还是差异化，这页回答。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现场演示建议 45 分钟，剧本在附件。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产品侧的工作项、接入分级与验收标准都在附件里。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收尾。四件事都回到 14 条本身，请两位部长给方向。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附件一是各产品最需要的一份，会后单独发。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9144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AI · L1 REFERENCE ARCHITECTURE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E46C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1325880"/>
            <a:ext cx="102348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AI 参考架构与架构准则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7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 14 条总纲逐条回应：架构怎么摆、机制怎么落、拿什么验证、哪里还没解决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9748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9AA2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定位一旦确定为 AI-Native ERP，就必须回答四件事：AI 凭什么看得懂、凭什么动得了、出事谁负责、怎么变成产品。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9AA2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本材料按这条主线展开，配一套可以现场跑起来的演示系统，每条判断都有代码落点与可重复执行的验证。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977640"/>
            <a:ext cx="2578608" cy="1024128"/>
          </a:xfrm>
          <a:prstGeom prst="roundRect">
            <a:avLst>
              <a:gd name="adj" fmla="val 7143"/>
            </a:avLst>
          </a:prstGeom>
          <a:solidFill>
            <a:srgbClr val="232C47"/>
          </a:solidFill>
          <a:ln w="12700">
            <a:solidFill>
              <a:srgbClr val="3A45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41148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45354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总纲逐条回应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64992" y="3977640"/>
            <a:ext cx="2578608" cy="1024128"/>
          </a:xfrm>
          <a:prstGeom prst="roundRect">
            <a:avLst>
              <a:gd name="adj" fmla="val 7143"/>
            </a:avLst>
          </a:prstGeom>
          <a:solidFill>
            <a:srgbClr val="232C47"/>
          </a:solidFill>
          <a:ln w="12700">
            <a:solidFill>
              <a:srgbClr val="3A45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41148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张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5354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 / 运行时 / 开发时架构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3977640"/>
            <a:ext cx="2578608" cy="1024128"/>
          </a:xfrm>
          <a:prstGeom prst="roundRect">
            <a:avLst>
              <a:gd name="adj" fmla="val 7143"/>
            </a:avLst>
          </a:prstGeom>
          <a:solidFill>
            <a:srgbClr val="232C47"/>
          </a:solidFill>
          <a:ln w="12700">
            <a:solidFill>
              <a:srgbClr val="3A45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64224" y="41148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45354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评测用例全过，含负向类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3977640"/>
            <a:ext cx="2578608" cy="1024128"/>
          </a:xfrm>
          <a:prstGeom prst="roundRect">
            <a:avLst>
              <a:gd name="adj" fmla="val 7143"/>
            </a:avLst>
          </a:prstGeom>
          <a:solidFill>
            <a:srgbClr val="232C47"/>
          </a:solidFill>
          <a:ln w="12700">
            <a:solidFill>
              <a:srgbClr val="3A45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2288" y="41148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条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162288" y="45354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已知缺口，逐条登记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5778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汇报对象：SPDT 部长 / PDU 部长　　产品落地指导部分单独成册，见附件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1.2.0 · ruleset AP-RS-1.2.0 · seed ap-seed-1.0.0 · semantics ap-sem-1.1.0 · model glm-5.3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这份材料怎么读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全篇只有一条主线，六步走完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B335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719072"/>
            <a:ext cx="438912" cy="438912"/>
          </a:xfrm>
          <a:prstGeom prst="ellipse">
            <a:avLst/>
          </a:prstGeom>
          <a:solidFill>
            <a:srgbClr val="B335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25296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31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35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560320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一个真实事故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和它暴露的四类问题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322576" y="2359152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32304" y="1554480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2E46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719072"/>
            <a:ext cx="438912" cy="438912"/>
          </a:xfrm>
          <a:prstGeom prst="ellipse">
            <a:avLst/>
          </a:prstGeom>
          <a:solidFill>
            <a:srgbClr val="2E46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90672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231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2560320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AI-Native ERP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判据是管控是否复用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1 / 2 / 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187952" y="2359152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1554480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0E7D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719072"/>
            <a:ext cx="438912" cy="438912"/>
          </a:xfrm>
          <a:prstGeom prst="ellipse">
            <a:avLst/>
          </a:prstGeom>
          <a:solidFill>
            <a:srgbClr val="0E7D6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56048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425696" y="2231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四问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425696" y="2560320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定位确立后必须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回答的四个问题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条落在这里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053328" y="2359152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63056" y="1554480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1F2F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21424" y="1719072"/>
            <a:ext cx="438912" cy="438912"/>
          </a:xfrm>
          <a:prstGeom prst="ellipse">
            <a:avLst/>
          </a:prstGeom>
          <a:solidFill>
            <a:srgbClr val="1F2F8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21424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91072" y="2231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三图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2560320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逻辑架构 / 运行时架构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开发时架构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918704" y="2359152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28432" y="1554480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9A6B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0" y="1719072"/>
            <a:ext cx="438912" cy="438912"/>
          </a:xfrm>
          <a:prstGeom prst="ellipse">
            <a:avLst/>
          </a:prstGeom>
          <a:solidFill>
            <a:srgbClr val="9A6B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0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156448" y="2231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156448" y="2560320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条逐条对照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机制、落点、状态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2359152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893808" y="1554480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A176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52176" y="1719072"/>
            <a:ext cx="438912" cy="438912"/>
          </a:xfrm>
          <a:prstGeom prst="ellipse">
            <a:avLst/>
          </a:prstGeom>
          <a:solidFill>
            <a:srgbClr val="A1763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552176" y="1719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0021824" y="223113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7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021824" y="2560320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冲突点、增补、缺口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和还要讨论的事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365760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6384" y="3657600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一句话串起来：定位决定了 AI 必须复用 ERP 的权限、校验和审计；这个定位一旦成立，剩下的全部是工程问题，而这些工程问题正好由 14 条总纲划定。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66928" y="4553712"/>
            <a:ext cx="3529584" cy="1298448"/>
          </a:xfrm>
          <a:prstGeom prst="roundRect">
            <a:avLst>
              <a:gd name="adj" fmla="val 4225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8096" y="47183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为什么值得做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768096" y="5038344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不做的话，AI 接进来就是一个不上门禁、不留记录的编外员工。事故已经发生过一次。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15968" y="4553712"/>
            <a:ext cx="3529584" cy="1298448"/>
          </a:xfrm>
          <a:prstGeom prst="roundRect">
            <a:avLst>
              <a:gd name="adj" fmla="val 4225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17136" y="47183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为什么现在能做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517136" y="5038344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语义层、网关、令牌链、评测体系都已经跑通，判断不是纸上推演，是跑出来的。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065008" y="4553712"/>
            <a:ext cx="3529584" cy="1298448"/>
          </a:xfrm>
          <a:prstGeom prst="roundRect">
            <a:avLst>
              <a:gd name="adj" fmla="val 4225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66176" y="47183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为什么要两位部长拍板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8266176" y="5038344"/>
            <a:ext cx="31272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四个冲突点里有两个跨部门，还有八条缺口的处置方向需要在架构层面定调。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主线第一步：先讲一个吃过的亏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同一份数据、同一个用户，三个入口查出来的结果不一样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3529584" cy="2286000"/>
          </a:xfrm>
          <a:prstGeom prst="roundRect">
            <a:avLst>
              <a:gd name="adj" fmla="val 3200"/>
            </a:avLst>
          </a:prstGeom>
          <a:solidFill>
            <a:srgbClr val="F6F6F4"/>
          </a:solidFill>
          <a:ln w="22225">
            <a:solidFill>
              <a:srgbClr val="1A7F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69164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50 条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37744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页面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706624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系统按张三的组织权限过滤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463040"/>
            <a:ext cx="3529584" cy="2286000"/>
          </a:xfrm>
          <a:prstGeom prst="roundRect">
            <a:avLst>
              <a:gd name="adj" fmla="val 3200"/>
            </a:avLst>
          </a:prstGeom>
          <a:solidFill>
            <a:srgbClr val="F6F6F4"/>
          </a:solidFill>
          <a:ln w="22225">
            <a:solidFill>
              <a:srgbClr val="B335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169164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35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5054 条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37744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 Open API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706624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十几年前给机器用的接口，只有租户级隔离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65008" y="1463040"/>
            <a:ext cx="3529584" cy="2286000"/>
          </a:xfrm>
          <a:prstGeom prst="roundRect">
            <a:avLst>
              <a:gd name="adj" fmla="val 3200"/>
            </a:avLst>
          </a:prstGeom>
          <a:solidFill>
            <a:srgbClr val="F6F6F4"/>
          </a:solidFill>
          <a:ln w="22225">
            <a:solidFill>
              <a:srgbClr val="2E46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169164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与页面一致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37744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 API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706624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与页面共用同一个权限组件，还主动声明按什么维度过滤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9776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整整 100 倍。老接口根本不知道「张三只能看华东」这件事。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407408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如果今天把 AI 接到这样的接口上，AI 就成了那个什么都能看的员工，而且它每一次越界，页面上一片安静，没人知道。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这个事故在演示系统里可以当场复现，也已经修复：scene_1 三个入口对照。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5394960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5394960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顺带一个还没处置的问题：老 Open API 没有因为 BO API 建成而消失，它仍然开着，仍然是接 Agent 最省事的一条路。见缺口 G8。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事故背后是四类反复出现的问题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本项目要把每一个都做成机制，而不是写成口号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94960" cy="1792224"/>
          </a:xfrm>
          <a:prstGeom prst="roundRect">
            <a:avLst>
              <a:gd name="adj" fmla="val 4082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B335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数据权限标准不一致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21284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老接口是机对机设计，只有租户隔离、没有人的权限。AI 接上去等于拿到万能钥匙。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1481328"/>
            <a:ext cx="5394960" cy="1792224"/>
          </a:xfrm>
          <a:prstGeom prst="roundRect">
            <a:avLst>
              <a:gd name="adj" fmla="val 4082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55664" y="1737360"/>
            <a:ext cx="457200" cy="457200"/>
          </a:xfrm>
          <a:prstGeom prst="ellipse">
            <a:avLst/>
          </a:prstGeom>
          <a:solidFill>
            <a:srgbClr val="9A6B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5566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95744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影子接入，无法治理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095744" y="221284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各团队自己偷偷接 AI，没有注册、没有吊销、没有审计。出了事查不到哪个 AI 替谁干了什么。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493008"/>
            <a:ext cx="5394960" cy="1792224"/>
          </a:xfrm>
          <a:prstGeom prst="roundRect">
            <a:avLst>
              <a:gd name="adj" fmla="val 4082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0E7D6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767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答案事后查不清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22452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给了个结论，当时依据什么规则、调了哪个接口、用的哪个版本，一概无法回溯。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99632" y="3493008"/>
            <a:ext cx="5394960" cy="1792224"/>
          </a:xfrm>
          <a:prstGeom prst="roundRect">
            <a:avLst>
              <a:gd name="adj" fmla="val 4082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55664" y="3749040"/>
            <a:ext cx="457200" cy="457200"/>
          </a:xfrm>
          <a:prstGeom prst="ellipse">
            <a:avLst/>
          </a:prstGeom>
          <a:solidFill>
            <a:srgbClr val="2E46C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55664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95744" y="3767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一次误写不可逆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7095744" y="4224528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模型是概率系统，会有幻觉。让可能出错的系统直接改税码、直接付款，风险不可接受。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5577840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" y="5577840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四类问题对应后面四组机制：权限同源、注册与吊销、审计五要素、审批与一次性令牌。它们也正是总纲前三条要解决的东西。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主线第二步：定位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总纲第 1、2、3 条讲的是同一件事，先把它们合在一起回答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7839" cy="969264"/>
          </a:xfrm>
          <a:prstGeom prst="roundRect">
            <a:avLst>
              <a:gd name="adj" fmla="val 5660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71600"/>
            <a:ext cx="11887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总纲原文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121408" y="1371600"/>
            <a:ext cx="922903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· 走 AI-Native ERP 的道路，不是 ERP + AI　　2 · 传统 ERP 逐步成为 SoR 加确定性执行（Deterministic Execution）　　3 · AI 是 ERP 的内生组成部分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523744"/>
            <a:ext cx="3539642" cy="243230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9050">
            <a:solidFill>
              <a:srgbClr val="2E46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68833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判据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93522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拓扑上旁挂不等于外挂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291840"/>
            <a:ext cx="313730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参照文给的判据是可检验的：差别不在能不能生成单据，而在 AI 执行业务动作时，是否天然复用 ERP 内核的权限、业务校验、风险拦截与审计追溯。所以两套进程不等于外挂，共用一套管控才是内生。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6026" y="2523744"/>
            <a:ext cx="3539642" cy="243230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7194" y="268833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分工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93522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SoR 与确定性执行留在存量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7194" y="3291840"/>
            <a:ext cx="313730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事务、业务幂等、稳定错误码三样保持在 Java 侧。模型的长处是理解意图和组织信息，ERP 的长处是账实相符、事务一致、可回溯。模型当懂业务的接口层，规则和事务留在确定性系统里。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5125" y="2523744"/>
            <a:ext cx="3539642" cy="243230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9050">
            <a:solidFill>
              <a:srgbClr val="1A7F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6293" y="268833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86293" y="293522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内生等于共享器官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86293" y="3291840"/>
            <a:ext cx="313730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 API 与页面走同一个 PermissionService，AI 侧零权限计算；审计五要素贯穿四个服务；写路径幂等在 Java 不在网关。一致性由 PermissionParityTest 守护，三个入口对照是可现场重放的证据。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5138928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定位一旦这样确定，后面所有设计都被一句话约束住：所有「该不该」的判定发生在网关和存量系统里，不在模型里。全系统不存在第二套权限体系。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主线第三步：定位确立后必须回答的四个问题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条总纲不是并列清单，它们分别落在这四个问题上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0E7D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682496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0E7D6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16824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99616" y="16642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凭什么看得懂业务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1682496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4 · 5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176272"/>
            <a:ext cx="4919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Ontology 作为统一业务语义模型，Metadata 自动喂养它，漂移检测保证它不腐烂。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98094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对应逻辑架构 L3a 语义层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14630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2E46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1682496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2E46C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37376" y="16824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6642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凭什么动得了业务，还不越权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131552" y="1682496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6 至 10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176272"/>
            <a:ext cx="4919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经 Capability/API 进微服务落事务；多领域显式委派；流程预定义；规则只用不改；三条驱动路径。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298094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L1/L2/L3b/L6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584448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9A6B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803904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9A6B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38039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99616" y="37856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出了事谁负责、怎么查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3803904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A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11 · 12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4297680"/>
            <a:ext cx="4919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人从执行者变成确认者、例外处理者、监督者；治理放在网关与合同层，为终局替换预埋保险。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510235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对应贯穿线 A 与 B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9632" y="3584448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A176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7376" y="3803904"/>
            <a:ext cx="548640" cy="384048"/>
          </a:xfrm>
          <a:prstGeom prst="roundRect">
            <a:avLst>
              <a:gd name="adj" fmla="val 16667"/>
            </a:avLst>
          </a:prstGeom>
          <a:solidFill>
            <a:srgbClr val="A176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37376" y="38039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7856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怎么变成产品、怎么支撑多租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3803904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17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13 · 14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37376" y="4297680"/>
            <a:ext cx="4919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标品内核加三层配置适配；租户隔离在数据、语义、消息、成本四层同时成立，扩展走 API 与 Message。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37376" y="510235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L2 配置层与 L6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5760720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6384" y="5760720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接下来按 Q1 到 Q4 的顺序把机制讲完，然后用三张架构图把它们放在一起看，最后回到 14 条逐条对照。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Ontology 作为统一语义模型与逻辑核心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凭什么看得懂业务，第一件事：语义必须有唯一真相源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 4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389888"/>
            <a:ext cx="91375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Ontology 是 ERP 统一的业务语义模型，并且成为逻辑核心。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同意的部分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语义必须唯一真相源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一处定义、处处引用，否则每个 Agent 各念各的经。模型不知道「进货单」在这家租户指采购订单还是收货单，不知道「大额风险」按哪个阈值算，定义必然漂移。语义文件三段式加三层叠加解析已经做到这一点。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6026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9A6B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7194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需要分期的部分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逻辑核心分三阶段走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7194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是统一语义与校验核心（术语、指标、规则、护栏、能力问题唯一真相源加漂移防护）；阶段二是本体开始驱动结构；阶段三是本体成为表单、权限、流程的生成源头。把阶段一包装成逻辑核心，会被懂行的人一句戳穿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5125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1A7F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6293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当前进度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86293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阶段二第一切片已落地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86293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本体增量段声明派生字段 unpaid_cny = amount − paid，构建期生成器产出定义文件并带语义版本戳，Java 侧通用求值引擎加载后暴露为 BO 操作。本体改定义、重建，API 能力随之改变，Java 一行不用改。阶段三是愿景，不冒领。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5138928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验证：scene_11 驱动半场，unpaid_cny 含基字段、公式与版本取证；未在本体定义的字段被拒，错误码 AP.DERIVED_FIELD_NOT_FOUND；版本链 spec 1.2.0 与 ap-sem-1.1.0 同步。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 自动喂养 Ontology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凭什么看得懂业务，第二件事：这份语义不能靠人工抄写维护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 5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389888"/>
            <a:ext cx="91375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 元数据是 Ontology 的重要输入和来源。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做法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投影段改为实时生成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实体清单、标签、枚举直接读存量 /metadata 接口，60 秒缓存，不可达时回落冷启动清单。存量新增实体（比如采购订单行）会自动出现在实体清单里，语义文件从来没写过它。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6026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2E46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7194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人只写机器推不出来的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7194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术语定义（进货单在这家指什么）、指标阈值、派生字段计算式、对象关系，这些是业务约定，机器推不出来，由人写在增量段。能自动生成的绝不手抄。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5125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1A7F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6293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兜底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86293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漂移检测做成不变式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86293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把「语义与存量一致」做成四类可检验不变式：字段存在、规则存在、术语指向的实体存在、派生字段的基字段存在。预埋两处漂移必须全部检出。喂养反过来加强了校验。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5138928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验证：scene_11 喂养半场，投影段与 /metadata 返回完全一致，未手写实体自动出现，新不变式计数可见；drift_check 四类不变式全绿。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业务执行走完整链路，绝不直连数据库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凭什么动得了业务，第一件事：动作必须经过带人的权限的通道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 7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389888"/>
            <a:ext cx="91375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业务执行：Agent → Capability/API → Microservice → Transaction。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2E46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链路落地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 API 承载 Capability 层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hub 场景图 → 网关 MCP 代理（拦截链）→ Java BO API → 领域服务 → 数据库事务。每一跳都有令牌、有留痕、有追踪。全链路在 Jaeger 里是一棵 span 树，挂六组扩展字段。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6026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1A7F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7194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权限落地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层带着人的权限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7194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 API 与页面共用同一个 PermissionService，做租户、公司、组织三维判定，AI 侧零权限计算。越界按「未找到」处理，不泄露单据存在性；权限不足时披露哪一步没跑，不静默跳过。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5125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6293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规格落地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86293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规格即工具，唯一真源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86293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bo-ap.yaml 是全项目唯一规格真源，声明操作性质、不可逆、幂等键、权限码、错误分类、完整性契约与正反例。MCP 工具定义、网关注册表、评测期望、语义投影全部由它派生。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5138928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验证：scene_1 三个入口对照（页面约 50 / Open API 5054 / BO API 与页面一致并披露过滤维度）；PermissionParityTest；scene_2 完整性披露。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身份怎么逐跳收窄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执行链路上每换一跳，能干的事就少一点。这是原则 7 与原则 11 之间的连接件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1F3FA"/>
          </a:solidFill>
          <a:ln w="22225">
            <a:solidFill>
              <a:srgbClr val="2E46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4592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0848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工牌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4323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只能聊天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9992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小时 · 登录后发放，入口层永远不能直接调工具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145536" y="22860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64992" y="1481328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1F3FA"/>
          </a:solidFill>
          <a:ln w="22225">
            <a:solidFill>
              <a:srgbClr val="2E46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164592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0848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本会议室门禁卡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4323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∩ Agent 工具清单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9992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 · 网关七道校验后换发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2860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63056" y="1481328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1F3FA"/>
          </a:solidFill>
          <a:ln w="22225">
            <a:solidFill>
              <a:srgbClr val="2E46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4224" y="164592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20848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操作票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24323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只能调这一个工具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364224" y="29992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秒 · 调工具时临时铸造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741664" y="2286000"/>
            <a:ext cx="219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61120" y="1481328"/>
            <a:ext cx="2578608" cy="2286000"/>
          </a:xfrm>
          <a:prstGeom prst="roundRect">
            <a:avLst>
              <a:gd name="adj" fmla="val 3200"/>
            </a:avLst>
          </a:prstGeom>
          <a:solidFill>
            <a:srgbClr val="FBF5E8"/>
          </a:solidFill>
          <a:ln w="22225">
            <a:solidFill>
              <a:srgbClr val="9A6B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62288" y="164592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162288" y="208483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一次性盖章授权书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162288" y="24323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绑定这组参数，用一次作废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162288" y="299923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秒 · 人批准后才铸造，不可逆操作专用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3986784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" y="3986784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审批批准的不是「可以改」，而是一张绑定参数指纹、只能用一次的授权书。挂起期间 Agent 不持有任何写凭据。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4718304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" y="488289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scope 单调收窄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68096" y="5184648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每换一跳只能更小，网关不允许扩权。清单外的工具一律 403。七道校验：注册、吊销、租户、场景、scope、SoD 互斥、委派授权。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99632" y="4718304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488289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 委托链单调增长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5184648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跨域委派时子代理拿自己的最小权限令牌，委托链随令牌贯穿到存量审计，能回答谁授权了谁、各自用了什么权限。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多领域 Agent 的协同与组合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凭什么动得了业务，第二件事：跨域问题要能协同，但责任要能追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 6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389888"/>
            <a:ext cx="91375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Agent，包含多领域的 Agent，当然也需要对多领域 Agent 的协同和组合。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2E46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为什么要协同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业务问题天然跨域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应付 Agent 只能说「发票 120 件对收货 100 件，差 20」，根因是供应商超开还是收货短交，要到采购域对订单量才知道。单域 Agent 答不了跨域问题。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6026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7194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怎么协同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显式委派，不是自由协商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7194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 代理在注册表里声明协作清单 delegates_to。跨域诊断时 hub 以显式委派启动采购域子图，网关做第七道校验：委派方在册、同租户、在清单内，缺一即 403。子代理拿自己的最小权限令牌。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5125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B335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6293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还没解决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86293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深度、超时与部分失败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86293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协作清单解决了谁能委托谁，没解决能委托几层、子代理超时怎么办、一个域取不到证据时综合结论怎么给。跨域场景多起来以后这三件都会出问题，登记为缺口 G7。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5138928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验证：scene_8 综合根因为供应商超开 20 件；清单外委派、反向委派、跨租户委派全部 403；审计携带完整 delegation_chain。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流程以预定义为主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凭什么动得了业务，第三件事：路径必须可预测、可回归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 8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389888"/>
            <a:ext cx="91375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流程，当前阶段仍以定义好的流程为主，不要求自适应。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2E46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同意的部分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执行路径交给确定性代码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图静态装配，每个场景一张图：分类节点 → 业务节点 → 完成。模型只按动作契约输出意图枚举和参数，不产出路径。这样 50 条评测用例才能确定性回归，同样的输入永远走同样的路。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6026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9A6B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7194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要补充的部分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完整表述应该是三档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7194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全部走静态图有代价：每个新问题就要新画一张图、新配一套评测，十几个子产品之后维护不住。中间还有一档，只读、工具集收窄、步数上限、结论必须带取证，模型自己决定查询顺序。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5125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B335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6293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边界在哪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86293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写路径一档都不能松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86293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写路径、流程路径、监管相关路径一律留在第一档，静态图加模型填空，不做任何放宽。放宽只发生在只读侧，且用约束换掉流程图。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5138928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建议把原则 8 的表述扩成三档，写进总纲。下一页是三档的完整对照。本仓当前只建了第一档，第二档登记为缺口 G3。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三档形态：按约束松紧把 AI 场景分开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对总纲第 8 条的补充建议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200400"/>
                <a:gridCol w="3291840"/>
                <a:gridCol w="318211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确定性执行（已建）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6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受限自主只读（未建 · G3）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D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开放探索（未建 · G4）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6B0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的角色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操作员，替人执行已知操作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查询员，替人把一个问题查清楚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分析师，替人发现未知模式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典型问题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INV-A-001 为什么被拦；把税码改成 T13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这家供应商近三个月被拦的单有什么共同点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P2P 流程里哪些供应商高风险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数据访问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只经 BO API，带人的权限、幂等、审计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同样只经 BO API，但只用读操作，工具集按场景取交集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分析侧湖仓直查，不直连交易库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预定义场景图，模型只填空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没有图。模型自己决定查询顺序，受工具清单、步数上限、只读三条约束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关系图加 AI 引导遍历，模型决定下一步查什么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确定性要求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每步可预测、可回归、可幂等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路径不固定，但每条结论必须带工具名、参数、规则码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允许发散。假设阶段可以错，结论阶段必须有证据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人的位置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不可逆动作的审批人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结论的使用者，可按取证回查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发现的最终裁判，确认前只是假设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为什么需要它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写操作和监管路径不能赌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不这样做，每个新问题都要新画一张图新配一套评测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开放问题事先不知道该问什么，预定义图表达不了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66928" y="588873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第二档靠四条约束保证不失控：只读、工具清单取交集、步数上限、结论必须挂取证。评测方式也跟着变，断言结论与取证，不断言路径。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业务规则只用不改，三条路都能驱动 Agent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凭什么动得了业务，最后两件事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71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 9 / 10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371600"/>
            <a:ext cx="91375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· Business rule，AI 可以理解和使用，但是不能修改。　　10 · 驱动方式，Open API、Event、Scheduler 都可以触发 Agent。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2677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9 · 规则做成机制，不是做成倡议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0E7D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2706624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护栏三层解析只加严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2980944"/>
            <a:ext cx="4956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标品 → 行业 → 租户叠加，放松类叠加直接被拒绝。一个配置失误拆不掉护栏。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547872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0E7D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363931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拦在进模型之前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3913632"/>
            <a:ext cx="4956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诱导话术在进到模型之前就被拦下，全程零工具调用，并记录用了哪层哪个版本的哪条护栏。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480560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0E7D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457200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规则只能引用不能写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4846320"/>
            <a:ext cx="4956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规则经语义工具 explain 供 AI 理解引用；全系统不存在任何写规则的模型工具。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22677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10 · 五种触发形态，一种身份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261518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267004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形态①②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70064" y="267004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页面内嵌与员工助手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267004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 与 OAuth 登录，人问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9632" y="331012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364992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形态③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70064" y="33649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无头程序调用（Open API）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33649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后端凭据换 T2，直接走 MCP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9632" y="400507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405993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形态④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70064" y="40599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业务事件触发（Event）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40599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存量幂等写 outbox，hub 事件线程拉取后无头诊断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9632" y="470001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0" y="475488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形态⑤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370064" y="475488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定时任务（Scheduler）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692640" y="47548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周期全量筛查，结果有变化才通知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541264"/>
            <a:ext cx="11057839" cy="713232"/>
          </a:xfrm>
          <a:prstGeom prst="roundRect">
            <a:avLst>
              <a:gd name="adj" fmla="val 7692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" y="5541264"/>
            <a:ext cx="1061892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事件触发与租户消息订阅必须共用同一套事件目录，否则会出现能被触发但查不到。形态④⑤没有真人会话，由后台线程代表固定身份执行，这个固定身份的授权与复核尚未定义，登记为缺口 G5。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人的角色重构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出了事谁负责，第一件事：把人放在该在的位置上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 11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389888"/>
            <a:ext cx="91375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人的定位，从执行者到确认者，到例外处理者，到监督者。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2E46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确认者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不可逆动作强制人批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规格里标了 irreversible 的操作强制走审批。审批台给三要素：打算做什么、依据是什么、影响范围；加上批准人所见内容的快照留证，加上参数指纹。批准之后铸一次性令牌放行落库。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6026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7194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例外处理者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挂起与唤醒不丢状态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7194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写路径的图在审批门处 interrupt 挂起，检查点落 Postgres，服务重启也不丢。挂起期间 Agent 不持有任何写凭据，审批后唤醒继续。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5125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1A7F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6293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监督者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86293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四个问题随时能回答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86293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谁在用、发生了什么、有没有异常、花了多少钱。靠的是审计五要素、五分钟自检脚本、成本台账与审计逐笔对账、护栏解析查看器。监督是数据设施，不是责任心。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5138928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验证：scene_6 写路径全生命周期（挂起三要素 → 审批快照加一次性令牌 → 唤醒落库 → 证据包 → 自检）；WorkBuddy 浏览器端到端 19 项全过。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演进与治理保险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出了事谁负责，第二件事：今天建的治理，终局到来时会不会白建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11057839" cy="749808"/>
          </a:xfrm>
          <a:prstGeom prst="roundRect">
            <a:avLst>
              <a:gd name="adj" fmla="val 7317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 12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389888"/>
            <a:ext cx="91375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演进，当前协同传统能力，最终逐步替换部分传统执行能力。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2E46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当前处于协同阶段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调用存量能力完成业务，不替换执行端。存量的事务、规则、幂等、权限全部保持原样，AI 不绕过。这是本阶段的事实，不做超前承诺。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26026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1A7F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7194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保险怎么做的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治理定义在合同层，不在 Java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7194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 一次性写令牌、审批三要素加快照加参数指纹、幂等键语义、审计五要素、错误码分类，全部定义在网关与 bo-ap.yaml 合同层。执行端只是履行合同的一方，换掉它，管控面一行不改。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5125" y="2340864"/>
            <a:ext cx="353964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9050">
            <a:solidFill>
              <a:srgbClr val="B335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6293" y="2505456"/>
            <a:ext cx="3137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保险的边界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86293" y="2752344"/>
            <a:ext cx="31373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业务规则要跟着迁移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86293" y="3108960"/>
            <a:ext cx="313730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合同层锁住的是管控面。业务规则本身在 Java 的 RuleEngine 里，换执行端时这部分要重新实现，并用同一套评测验收。说成整体零改动会过头，准确说法是管控面零改动、业务逻辑重做一遍。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13892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5138928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验证：合同层定义的幂等、审批、审计语义在评测中全量断言。本仓验证不了终局，也不该验证；能验证的是「终局发生时治理不变」这个前提。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产品化与多租户隔离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怎么变成产品、怎么支撑多租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总纲 13 / 14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1371600"/>
            <a:ext cx="90461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· 标准的 ERP core 加 Metadata / Ontology / 配置，实现行业和客户适配。　　14 · SaaS 租户，标品层与租户层隔离，通过 API / Message 来扩展。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2677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13 · 三层 Harness，改配置不改代码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53949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2E46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268833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Standard 标品层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2944368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技能、规则、护栏、提示词、评测集的出厂资产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401568"/>
            <a:ext cx="53949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0E7D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347472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 行业层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373075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按租户声明的行业匹配，例如制造业「无收货不得过账」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53949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9A6B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4261104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Tenant 租户层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4517136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租户个性化覆盖。管理端界面改阈值、切行业、调术语，保存即生效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029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三层叠加、优先级明确、护栏只加严。DB 层优先，文件层是出厂默认可回退，每次变更记录谁改的、什么时候、改了什么。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22677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14 · 隔离要在四层同时成立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99632" y="2615184"/>
            <a:ext cx="2615184" cy="621792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 w="12700">
            <a:solidFill>
              <a:srgbClr val="2E46C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查询互不可见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61120" y="2615184"/>
            <a:ext cx="2615184" cy="621792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 w="12700">
            <a:solidFill>
              <a:srgbClr val="2E46C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62288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62288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定义各答各的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9632" y="3328416"/>
            <a:ext cx="2615184" cy="621792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 w="12700">
            <a:solidFill>
              <a:srgbClr val="2E46C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投递按租户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61120" y="3328416"/>
            <a:ext cx="2615184" cy="621792"/>
          </a:xfrm>
          <a:prstGeom prst="roundRect">
            <a:avLst>
              <a:gd name="adj" fmla="val 8824"/>
            </a:avLst>
          </a:prstGeom>
          <a:solidFill>
            <a:srgbClr val="F1F3FA"/>
          </a:solidFill>
          <a:ln w="12700">
            <a:solidFill>
              <a:srgbClr val="2E46C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62288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162288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记账按租户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9632" y="4059936"/>
            <a:ext cx="539496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0E7D6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19088" y="4133088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扩展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19088" y="4389120"/>
            <a:ext cx="4956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 API，租户的程序调进来，规格即工具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99632" y="4919472"/>
            <a:ext cx="539496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A176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19088" y="4992624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7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 扩展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419088" y="5248656"/>
            <a:ext cx="4956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租户消息订阅，topic × webhook × HMAC 签名，事件按租户与 topic 隔离投递出平台，逐次审计，吊销即停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705856"/>
            <a:ext cx="11057839" cy="640080"/>
          </a:xfrm>
          <a:prstGeom prst="roundRect">
            <a:avLst>
              <a:gd name="adj" fmla="val 8571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384" y="5705856"/>
            <a:ext cx="106189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验证：双租演示（华东制造 T-EAST / 星联科技 T-UNI），同一个问题两家答案不同且数据互相看不见；scene_9 双租 webhook 隔离投递加验签加吊销即停；租检六项 37/37；成本双租对账一致。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架构图之一：逻辑架构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系统逻辑上由哪几块组成，一个请求逻辑上要过几道关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89888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A176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4538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17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接入面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441448" y="1472184"/>
            <a:ext cx="658368" cy="237744"/>
          </a:xfrm>
          <a:prstGeom prst="rect">
            <a:avLst/>
          </a:prstGeom>
          <a:solidFill>
            <a:srgbClr val="A176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7922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五种入口形态，先证明你是谁才有资格进来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64408" y="144475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页面内嵌 · 员工助手 · 无头调用 · 业务事件 · 定时任务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231136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2E46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295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AI 网关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441448" y="2313432"/>
            <a:ext cx="658368" cy="237744"/>
          </a:xfrm>
          <a:prstGeom prst="rect">
            <a:avLst/>
          </a:prstGeom>
          <a:solidFill>
            <a:srgbClr val="2E46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263347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 AI 流量的关卡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264408" y="228600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注册中心 · 令牌交换 · 护栏拦截 · 审批与一次性令牌 · 模型网关 · 审计与成本 · 消息订阅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072384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F2F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136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业务 Hub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441448" y="3154680"/>
            <a:ext cx="658368" cy="237744"/>
          </a:xfrm>
          <a:prstGeom prst="rect">
            <a:avLst/>
          </a:prstGeom>
          <a:solidFill>
            <a:srgbClr val="1F2F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/ L5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4747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干活的地方，流程预先画好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264408" y="312724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五张场景图静态装配 · 三层 Harness 解析 · 审批断点 · 事件与定时线程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913632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335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3977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35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语义与动作层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2441448" y="3995928"/>
            <a:ext cx="658368" cy="237744"/>
          </a:xfrm>
          <a:prstGeom prst="rect">
            <a:avLst/>
          </a:prstGeom>
          <a:solidFill>
            <a:srgbClr val="B335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31596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独有的一层：看得懂加动得了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264408" y="396849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语义服务 · 元数据自动喂养 · 漂移检测 ‖ BO API 动作层 · 规格即工具 · MCP 暴露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475488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5B647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8188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存量 ERP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2441448" y="4837176"/>
            <a:ext cx="658368" cy="237744"/>
          </a:xfrm>
          <a:prstGeom prst="rect">
            <a:avLst/>
          </a:prstGeom>
          <a:solidFill>
            <a:srgbClr val="5B64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515721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确定性执行，保持原样，AI 不绕过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264408" y="480974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 · 业务规则引擎 · 数据权限 · 业务幂等 · 事件 outbox · 元数据接口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00032" y="1389888"/>
            <a:ext cx="2258568" cy="4041648"/>
          </a:xfrm>
          <a:prstGeom prst="roundRect">
            <a:avLst>
              <a:gd name="adj" fmla="val 3239"/>
            </a:avLst>
          </a:prstGeom>
          <a:solidFill>
            <a:srgbClr val="FBF5E8"/>
          </a:solidFill>
          <a:ln w="19050">
            <a:solidFill>
              <a:srgbClr val="9A6B00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9582912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Ⓐ 信任与治理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582912" y="1847088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身份逐跳传递</a:t>
            </a:r>
            <a:endParaRPr lang="en-US" sz="11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护栏只加严</a:t>
            </a:r>
            <a:endParaRPr lang="en-US" sz="11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审计五要素</a:t>
            </a:r>
            <a:endParaRPr lang="en-US" sz="11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人工审批点</a:t>
            </a:r>
            <a:endParaRPr lang="en-US" sz="11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全链路追踪</a:t>
            </a:r>
            <a:endParaRPr lang="en-US" sz="11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成本四维计量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582912" y="3346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Ⓑ Agent 生命周期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582912" y="3694176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版本四件套锁定</a:t>
            </a:r>
            <a:endParaRPr lang="en-US" sz="11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录制随版本作废</a:t>
            </a:r>
            <a:endParaRPr lang="en-US" sz="11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注册与吊销</a:t>
            </a:r>
            <a:endParaRPr lang="en-US" sz="11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灰度按场景加租户</a:t>
            </a:r>
            <a:endParaRPr lang="en-US" sz="1100" dirty="0"/>
          </a:p>
          <a:p>
            <a:pPr indent="0" marL="0">
              <a:lnSpc>
                <a:spcPts val="195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评测门禁是最后一道闸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5577840"/>
            <a:ext cx="11057839" cy="603504"/>
          </a:xfrm>
          <a:prstGeom prst="roundRect">
            <a:avLst>
              <a:gd name="adj" fmla="val 9091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" y="5577840"/>
            <a:ext cx="106189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七层里只有 L3 是 ERP 独有的。把它拿掉，这张图换成 CRM 或 HR 照样成立；它也是唯一没法从公司级 AI 平台拿现成的一层，只能自己建。两条贯穿线不属于任何一层但每层都要接，归某一层管就一定会漏。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架构图之二：运行时架构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跑起来是什么样：部署在哪些域、进程怎么摆、一次请求在运行时怎么流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7223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A176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435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7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接入域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47488" y="14538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 ERP 共用接入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1719072"/>
            <a:ext cx="6839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:8088 · 存量内嵌页 :8080 · headless CLI · hub 事件与定时线程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176272"/>
            <a:ext cx="7223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E46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AI 域（新增，独立扩缩容）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47488" y="2258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同网络分区，独立资源池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523744"/>
            <a:ext cx="6839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ai-gateway :8000 · hub :8001 · semantics :8002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7223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5B64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3044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存量业务域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47488" y="30632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appid 沿用，形态不变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3328416"/>
            <a:ext cx="6839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legacy-erp-ap :8080（BO API / MCP Server / 规则引擎 / PermissionService）· PostgreSQL :15432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785616"/>
            <a:ext cx="7223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3849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 / 探索域（规划中）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47488" y="38679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ELT 单向同步，分钟级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68096" y="4133088"/>
            <a:ext cx="6839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数据湖 · 探索 Agent · 证据与沉淀。只读，不进交易链路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590288"/>
            <a:ext cx="7223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61D3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" y="46542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平台运行时域 + 算力域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47488" y="4672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平台与基础设施部门提供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68096" y="4937760"/>
            <a:ext cx="6839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执行引擎 · 模型网关 · Agent/MCP 网关 · 评测回放 · GPU/NPU 集群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065008" y="13716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运行时的令牌流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65008" y="1719072"/>
            <a:ext cx="3593592" cy="402336"/>
          </a:xfrm>
          <a:prstGeom prst="roundRect">
            <a:avLst>
              <a:gd name="adj" fmla="val 11364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171907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→ T1（12h，只能聊天）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65008" y="2194560"/>
            <a:ext cx="3593592" cy="402336"/>
          </a:xfrm>
          <a:prstGeom prst="roundRect">
            <a:avLst>
              <a:gd name="adj" fmla="val 11364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21945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网关七道校验 → T2（15min，场景 ∩ 清单）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65008" y="2670048"/>
            <a:ext cx="3593592" cy="402336"/>
          </a:xfrm>
          <a:prstGeom prst="roundRect">
            <a:avLst>
              <a:gd name="adj" fmla="val 11364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0" y="26700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调工具 → T3（60s，单工具）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65008" y="3145536"/>
            <a:ext cx="3593592" cy="402336"/>
          </a:xfrm>
          <a:prstGeom prst="roundRect">
            <a:avLst>
              <a:gd name="adj" fmla="val 11364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0" y="31455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 → 挂起 → 人批 → OT（120s，一次性）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65008" y="3621024"/>
            <a:ext cx="3593592" cy="402336"/>
          </a:xfrm>
          <a:prstGeom prst="roundRect">
            <a:avLst>
              <a:gd name="adj" fmla="val 11364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0" y="36210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 API 在存量域内判权限、跑规则、落事务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065008" y="42062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运行时的两条硬承诺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065008" y="4553712"/>
            <a:ext cx="359359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A7F4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47888" y="461772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域整体宕机，交易照常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247888" y="487375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AI 服务全部停掉，页面登录、发票查询、Open API 照常工作，可现场演示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65008" y="5413248"/>
            <a:ext cx="359359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2E46C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47888" y="547725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 贴着子产品部署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247888" y="5733288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工具的语义、权限、版本由产品团队自己维护、随产品发版。集中的只有网关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46811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负载是突发的、长任务、吃内存；ERP 是短事务、看 TP99。混部会让一次模型超时拖垮结算批量，所以独立资源池。但语义层要频繁读存量元数据，跨机房延迟会崩，所以同网络分区。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架构图之三：开发时架构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团队怎么干活：仓库怎么分、一个场景由哪三个部件构成、新场景怎么加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35295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0E7D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51790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 Perceive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182880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输入从哪来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121408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用户消息 · 业务事件 · 定时信号 · 元数据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83464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输出标准化意图或事件载荷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371600"/>
            <a:ext cx="35295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2E46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7136" y="151790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Decide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182880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怎么理解和决定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17136" y="2121408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场景图静态装配 · 动作契约 · 三层 Harness · 审批断点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17136" y="283464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输出工具调用计划，或挂起等审批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65008" y="1371600"/>
            <a:ext cx="35295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161D3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66176" y="151790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 Act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182880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怎么执行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2121408"/>
            <a:ext cx="3127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 单工具令牌 · BO API 权限同源 · 不可逆走审批 · 幂等保护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283464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61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输出执行结果加取证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4381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仓库怎么分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675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boapi-spec/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532888" y="36758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唯一规格真源，其余全部派生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977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legacy-erp-ap/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532888" y="3977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存量域：BO API、规则引擎、权限、MCP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42793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erp-ai-action/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532888" y="4279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网关：注册、令牌、审批、模型网关、审计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5811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erp-ai-hub/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532888" y="45811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场景图、Harness 解析、事件与定时线程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48828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erp-ai-context/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532888" y="48828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语义服务、漂移检测、配置存储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1846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eval/ · scripts/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532888" y="5184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评测基准、十一幕演示、检验体系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199632" y="34381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加一个新场景只碰这八处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199632" y="3767328"/>
            <a:ext cx="5394960" cy="1609344"/>
          </a:xfrm>
          <a:prstGeom prst="roundRect">
            <a:avLst>
              <a:gd name="adj" fmla="val 3409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0" y="3877056"/>
            <a:ext cx="50292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D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bo-ap.yaml            新增 BO 操作（若需要新工具）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D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hub/graphs/xxx.py     新场景图，写路径加 interrupt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D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hub/graphs/agents.py  图注册与多租覆盖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D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app/scenes.yaml       场景定义：工具清单交集、护栏引用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D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harness-assets/       该场景的技能资产（可选）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D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eval/cases/           评测基准：正例加负例，绑定能力清单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D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scripts/demo/         演示断言，退出码即结论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DD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workbuddy/            交互面入口（可选）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" y="5577840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6384" y="5577840"/>
            <a:ext cx="106189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开发纪律五条：场景图只 import hub.sdk（换框架只改一个 86 行的文件）；模型只按动作契约填空；行动部件不直连数据库；新场景必须带评测基准含负例，50 条全绿才能发；单 Agent 工具数与上下文预算要有上限约定（本仓未定，缺口 G3）。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条逐条回应（上）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至 7 条：定位、语义、执行链路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4206240"/>
                <a:gridCol w="1856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我们的回应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落地机制与代码落点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 / 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· AI-Native ERP，不是 ERP + AI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接受。判据是管控是否复用，不是拓扑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每个动作走完整治理链：令牌 → BO 合同 → 存量原生校验与审计。全系统不存在第二套权限体系。erp-ai-action/app/auth + PermissionService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scene_1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· 传统 ERP 成为 SoR 加确定性执行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接受。事务、幂等、稳定错误码留在 Java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@Transactional 与变更同事务落库；同业务键重放首次结果；语义化错误码供评测断言。TaxCodeService + RuleEngine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scene_6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· AI 是 ERP 的内生组成部分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接受。内生等于共享器官，不是进程同体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 工具与页面走同一个 PermissionService；审计五要素贯穿四个服务；写路径幂等在 Java 不在网关。PermissionParityTest 守护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scene_1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· Ontology 是统一语义模型并成为逻辑核心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方向接受，建议明确分三阶段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阶段一统一语义与校验核心已达成；阶段二本体驱动结构，第一切片已落地（派生字段声明 → 构建期生成 → BO 能力）；阶段三是愿景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scene_11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· Metadata 是 Ontology 的输入和来源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接受，并做成实时喂养加漂移检测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投影段实时读存量 /metadata，未手写实体自动出现；四类漂移不变式盯住两边不一致。loader.py + drift_check.py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scene_11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· 多领域 Agent 的协同与组合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接受。协同必须显式委派、可追责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注册表声明 delegates_to 协作清单；网关第七道校验；子代理拿最小权限令牌；委托链贯穿到存量审计。深度与超时未定，缺口 G7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scene_8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· Agent → Capability/API → 微服务 → 事务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接受。BO API 承载 Capability 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hub 图 → 网关 MCP 代理拦截链 → Java BO API → 领域服务 → 事务。规格即工具，bo-ap.yaml 是唯一真源，绝不直连数据库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Jaeger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条逐条回应（下）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至 14 条：流程、规则、驱动、人、演进、产品化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4206240"/>
                <a:gridCol w="1856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我们的回应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落地机制与代码落点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 / 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· 流程以预定义为主，不要求自适应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接受，但建议把表述扩成三档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写路径、流程路径、监管路径一律静态图加模型填空；建议增设受限自主只读档（只读、工具集收窄、步数上限、必须带取证）；开放探索另算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 + 建议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A6B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三档见前页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· 业务规则 AI 可理解使用但不能修改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接受。做成机制而不是倡议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护栏三层解析只加严，放松类叠加直接被拒；拦在进模型之前并记录用了哪条；规则经 explain 供引用；全系统无写规则的模型工具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AP-MISLEAD 6/6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· Open API / Event / Scheduler 驱动 Agent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接受，并落成五种触发形态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无头 API、outbox 事件触发、定时筛查各有独立留痕。事件触发与租户订阅共用一套事件目录。固定身份的授权复核未定，缺口 G5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scene_7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· 人从执行者到确认者、例外处理者、监督者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接受。三种角色各有机制支撑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审批三要素加快照加参数指纹；interrupt 挂起检查点落库，挂起期零写凭据；审计五要素加五分钟自检加成本对账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scene_6 + E2E 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· Agent 先协同，终局替换部分执行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接受。当前协同阶段，已预埋治理保险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令牌、审批、幂等、审计、错误码全部定义在网关与 bo-ap.yaml 合同层，换执行端管控面零改动。业务规则仍在 Java，需随迁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协同阶段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合同即治理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 · 标品 core 加 Metadata/Ontology/配置适配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接受。三层 Harness 叠加，改配置不改代码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Standard 标品资产 → Partner 行业包按行业匹配 → Tenant 租户覆盖。管理端改阈值切行业调术语，保存即生效并留变更记录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scene_7 / scene_10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 · SaaS 标品层与租户层隔离，API/Message 扩展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接受。隔离要在四层同时成立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数据、语义、消息、成本四层互不可见；API 扩展走 BO API，Message 扩展走租户订阅（topic × webhook × HMAC），吊销即停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F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scene_9 / 租检 37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主线第六步：14 条内部的四个冲突点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这些条目互相拉扯，不先表态就会被问倒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94960" cy="1938528"/>
          </a:xfrm>
          <a:prstGeom prst="roundRect">
            <a:avLst>
              <a:gd name="adj" fmla="val 3774"/>
            </a:avLst>
          </a:prstGeom>
          <a:solidFill>
            <a:srgbClr val="F6F6F4"/>
          </a:solidFill>
          <a:ln w="15875">
            <a:solidFill>
              <a:srgbClr val="2E46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6824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E46C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89888" y="1664208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「内生」（3）vs 两套栈的拓扑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176272"/>
            <a:ext cx="4315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底座加 Java 存量，字面上像外挂。表态：内生等于共享权限、审计、幂等，不是进程同体。三个入口对照是证据。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481328"/>
            <a:ext cx="5394960" cy="1938528"/>
          </a:xfrm>
          <a:prstGeom prst="roundRect">
            <a:avLst>
              <a:gd name="adj" fmla="val 3774"/>
            </a:avLst>
          </a:prstGeom>
          <a:solidFill>
            <a:srgbClr val="F6F6F4"/>
          </a:solidFill>
          <a:ln w="15875">
            <a:solidFill>
              <a:srgbClr val="0E7D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37376" y="16824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7D6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37376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1664208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「本体是逻辑核心」（4）vs 「元数据是来源」（5）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022592" y="2176272"/>
            <a:ext cx="4315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从元数据推导出来的本体只是一面镜子，镜子能校验不能当引擎。表态：分三阶段，现在到阶段二第一切片。把阶段一说成核心会被戳穿。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639312"/>
            <a:ext cx="5394960" cy="1938528"/>
          </a:xfrm>
          <a:prstGeom prst="roundRect">
            <a:avLst>
              <a:gd name="adj" fmla="val 3774"/>
            </a:avLst>
          </a:prstGeom>
          <a:solidFill>
            <a:srgbClr val="F6F6F4"/>
          </a:solidFill>
          <a:ln w="15875">
            <a:solidFill>
              <a:srgbClr val="9A6B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8404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9A6B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89888" y="382219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「终局替换」（12）vs 「存量确定性」（2）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4334256"/>
            <a:ext cx="4315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替换之后谁做确定性执行。表态：治理面在网关与合同层不在 Java，执行端履行同一份 BO 合同即可。保险只覆盖管控面，业务规则要跟着迁移。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3639312"/>
            <a:ext cx="5394960" cy="1938528"/>
          </a:xfrm>
          <a:prstGeom prst="roundRect">
            <a:avLst>
              <a:gd name="adj" fmla="val 3774"/>
            </a:avLst>
          </a:prstGeom>
          <a:solidFill>
            <a:srgbClr val="FAF0EF"/>
          </a:solidFill>
          <a:ln w="24130">
            <a:solidFill>
              <a:srgbClr val="B335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38404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B335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37376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3822192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「内生共享权限」（1/3）vs 探索面的湖上权限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4334256"/>
            <a:ext cx="4315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探索面走湖仓直查，权限由湖侧策略强制，等于又出现第二套权限体系。表态见下一页。目前只有方向，实现未做，缺口 G4。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冲突点 D 展开：探索面不能变成第二套权限体系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整篇材料的说服力都建在权限同源上，探索面恰好会把它吃掉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5394960" cy="1700784"/>
          </a:xfrm>
          <a:prstGeom prst="roundRect">
            <a:avLst>
              <a:gd name="adj" fmla="val 4301"/>
            </a:avLst>
          </a:prstGeom>
          <a:solidFill>
            <a:srgbClr val="EEF6F1"/>
          </a:solidFill>
          <a:ln w="19050">
            <a:solidFill>
              <a:srgbClr val="1A7F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627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执行面站得住的原因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95681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和页面调用的是同一个 PermissionService，租户、公司、组织三维判定，AI 侧零权限计算。越界按未找到处理，不泄露单据存在性。由 PermissionParityTest 和 scene_1 守护。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463040"/>
            <a:ext cx="5394960" cy="1700784"/>
          </a:xfrm>
          <a:prstGeom prst="roundRect">
            <a:avLst>
              <a:gd name="adj" fmla="val 4301"/>
            </a:avLst>
          </a:prstGeom>
          <a:solidFill>
            <a:srgbClr val="FAF0EF"/>
          </a:solidFill>
          <a:ln w="19050">
            <a:solidFill>
              <a:srgbClr val="B335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7376" y="1627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5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探索面会打破它的原因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195681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探索面走湖仓直查，权限改由湖侧的行列级策略强制。那是另一份资产、另一条维护链路、另一拨人在改。几个版本之后它和 ERP 侧的组织权限一定对不上，原则 1 那句话就破了。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4015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建之前要先定下来的三条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785616"/>
            <a:ext cx="3529584" cy="1463040"/>
          </a:xfrm>
          <a:prstGeom prst="roundRect">
            <a:avLst>
              <a:gd name="adj" fmla="val 3750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95020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湖侧策略不手工维护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4270248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由同一份 scope 模型在 ELT 环节生成，人不在两边各写一遍。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15968" y="3785616"/>
            <a:ext cx="3529584" cy="1463040"/>
          </a:xfrm>
          <a:prstGeom prst="roundRect">
            <a:avLst>
              <a:gd name="adj" fmla="val 3750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17136" y="395020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加第五条漂移不变式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4270248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把「湖策略与存量权限一致」做成可检验不变式，和现有四条一起跑。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5008" y="3785616"/>
            <a:ext cx="3529584" cy="1463040"/>
          </a:xfrm>
          <a:prstGeom prst="roundRect">
            <a:avLst>
              <a:gd name="adj" fmla="val 3750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66176" y="395020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湖上只给聚合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4270248"/>
            <a:ext cx="3127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要看明细就下钻回 BO API 走执行面通道，行级数据只有一个判定入口。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431536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5431536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这三条目前只有方向，实现未做。探索面是下一块要建的东西，治理要素已经就位，缺的是数据湖一侧的接入和这套权限映射。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14 条之后，建议增补六条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另有一条总前提：主数据干净、流程标准是所有判断的输入条件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3529584" cy="1920240"/>
          </a:xfrm>
          <a:prstGeom prst="roundRect">
            <a:avLst>
              <a:gd name="adj" fmla="val 3810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09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15910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可验证性是一等公民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1975104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条基准评测分六类，幻觉与诱导是两个专门的负向类。能力清单与评测用例同源绑定。护栏本身也在评测范围内。没有评测基准的新场景不允许发布。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1463040"/>
            <a:ext cx="3529584" cy="1920240"/>
          </a:xfrm>
          <a:prstGeom prst="roundRect">
            <a:avLst>
              <a:gd name="adj" fmla="val 3810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7136" y="1609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5910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自动对账是治理基础设施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1975104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三个入口的权限对照、成本台账与审计对账、四问自检，都是可以重复跑的脚本。监督者这个角色靠数据设施成立，不靠责任心。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5008" y="1463040"/>
            <a:ext cx="3529584" cy="1920240"/>
          </a:xfrm>
          <a:prstGeom prst="roundRect">
            <a:avLst>
              <a:gd name="adj" fmla="val 3810"/>
            </a:avLst>
          </a:prstGeom>
          <a:solidFill>
            <a:srgbClr val="F1F3FA"/>
          </a:solidFill>
          <a:ln w="22225">
            <a:solidFill>
              <a:srgbClr val="2E46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6176" y="1609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33104" y="15910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三档形态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66176" y="1975104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确定性执行、受限自主只读、开放探索。这是对原则 7 和 8 边界的补充，详见前面的三档对照表。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621024"/>
            <a:ext cx="3529584" cy="1920240"/>
          </a:xfrm>
          <a:prstGeom prst="roundRect">
            <a:avLst>
              <a:gd name="adj" fmla="val 3810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37490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异构系统对接（本仓未做）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68096" y="4133088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底座要能对接多套异构业务系统，不绑定单一产品。本仓 MCP 代理只指向一套 Java，标注为路线图项。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15968" y="3621024"/>
            <a:ext cx="3529584" cy="1920240"/>
          </a:xfrm>
          <a:prstGeom prst="roundRect">
            <a:avLst>
              <a:gd name="adj" fmla="val 3810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17136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084064" y="37490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知识库按场景生长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17136" y="4133088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骨架一次建好，血肉按场景长，每寸定义层资产都带评测基准。一次建全的问题是没有消费就没有验证，而且建成之前一直在腐烂。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65008" y="3621024"/>
            <a:ext cx="3529584" cy="1920240"/>
          </a:xfrm>
          <a:prstGeom prst="roundRect">
            <a:avLst>
              <a:gd name="adj" fmla="val 3810"/>
            </a:avLst>
          </a:prstGeom>
          <a:solidFill>
            <a:srgbClr val="F1F3FA"/>
          </a:solidFill>
          <a:ln w="22225">
            <a:solidFill>
              <a:srgbClr val="2E46C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66176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833104" y="37490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上下文预算与工具规模是架构约束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266176" y="4133088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工具越多模型选对的概率越低。一个应付域已有 33 个操作。要定工具数上限、上下文预算、长任务压缩与子 Agent 隔离。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85216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深色框的两条是本轮新加的：17 由原来的双面架构扩成三档，20 是新增。其余四条是对既有做法的归纳。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已知缺口：八条没有解决的空白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列出来是为了让评审知道边界在哪，也让各产品别以为这些已经有人解决了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7839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286000"/>
                <a:gridCol w="5120640"/>
                <a:gridCol w="3118104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为什么要紧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35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数据侧提示注入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护栏拦的是用户说的话。工具返回的数据没当不可信输入处理，而发票备注、供应商名称这些字段供应商能填。配上写路径和审批台，攻击目标就变成让审批人批一个看起来合理的变更。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工具输出与指令在提示词里分隔并标注来源；审批卡标明参数抽自哪段文本；评测加一类注入负例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35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版本标识缺模型与提示词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四件套锚的是规格、规则、种子、语义。让行为变化最大的两样不在里面，改了录制不作废、评测不重跑。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扩成六件套，模型或提示词变更同样触发录制作废与全量重跑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35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受限自主只读档未建；工具规模与上下文预算未定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所有场景都走静态图，场景数随问题数线性增长；工具与上下文没有上限约定，各产品各试一套。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先定工具数上限与上下文预算，再挑一个只读场景试点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35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探索面的湖侧权限同源未实现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执行面靠共用权限组件站住脚，探索面改由湖侧策略强制，等于又有第二套权限体系。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湖侧策略由同一 scope 模型生成，加第五条漂移不变式，明细下钻回 BO API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35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事件与定时的固定身份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没有真人会话，由后台线程代表固定身份执行。这是长期存在的账号，现在没有授权人、没有复核周期。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明确授权人、只读边界、复核周期，纳入注册中心统一管理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35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工具组合越权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每个工具单独授权都合规，组合起来可能反推出单独任何一个都不该泄露的信息。逐工具授权的模型看不见这种越权。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网关侧按会话累计查询维度与用量做检测，先留痕再考虑拦截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35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委派的深度、超时与部分失败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协作清单解决了谁能委托谁，没解决能委托几层、子代理超时怎么办、一个域取不到证据时结论怎么给。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定委托深度上限与超时传播；部分失败必须声明哪一域未取到证据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35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24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 Open API 的归宿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26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它还在，还是租户级隔离，还是接 Agent 最省事的一条路。只要它开着，权限同源就只是约定不是机制。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F8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三选一：机对机专用加网络策略、统一由网关接管、按计划下线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外部坐标：同类系统走到哪一步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只列可核对的事实，不做优劣评价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6459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商业套件的做法（以 SAP 公开材料为例）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011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7B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把整个产品线的表、视图、字段、实体、流程和关系做成一张结构化知识图谱，图谱里内含身份与权限规则。在这之上发布专用 agent 与助手，并通过数据云把分析侧与事务侧打通给 agent 用。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45.2 万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749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048256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万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48256" y="3749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730 万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749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字段项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35424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 + 51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35424" y="3749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与助手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4630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6F6F4"/>
          </a:solidFill>
          <a:ln w="15875">
            <a:solidFill>
              <a:srgbClr val="1A7F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37376" y="15910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7F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14 条一致的部分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1901952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语义层是 AI 看懂 ERP 的必要条件（原则 4/5）；地图与引擎分开，图里存类型层不存交易数据；权限内嵌在语义资产里（原则 1/3）；分析侧与事务侧物理分开但语义同源。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99632" y="29260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6F6F4"/>
          </a:solidFill>
          <a:ln w="15875">
            <a:solidFill>
              <a:srgbClr val="2E46C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7376" y="30540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本文特有的部分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3364992"/>
            <a:ext cx="4937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ERP 是十几个子产品同时演进、由不同团队维护。所以把规格真源、权限判定、事件发布、元数据接口压到产品侧，用合同保证跨产品一致，而不是靠一个大而全的中心平台。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17136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4517136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规模差距怎么看：730 万项与本演示的 8 实体、约百字段之间差六个数量级。这个差距不改变架构判断，改变的是存储选型和建设节奏两个决定。另外 730 万是定义项，不是交易记录。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3949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方向上与外部同类系统一致，差异在规模和组织约束，不在判断本身。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怎么证明上面每一条都不是说说而已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每一幕是一组脚本化断言，退出码即结论，可以直接进 CI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2578608" cy="1335024"/>
          </a:xfrm>
          <a:prstGeom prst="roundRect">
            <a:avLst>
              <a:gd name="adj" fmla="val 5479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5910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50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评测用例全过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3042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六类，含幻觉与诱导两个负向类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64992" y="1463040"/>
            <a:ext cx="2578608" cy="1335024"/>
          </a:xfrm>
          <a:prstGeom prst="roundRect">
            <a:avLst>
              <a:gd name="adj" fmla="val 5479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5910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37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多租六项检验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3042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隔离、定义、成本对账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463040"/>
            <a:ext cx="2578608" cy="1335024"/>
          </a:xfrm>
          <a:prstGeom prst="roundRect">
            <a:avLst>
              <a:gd name="adj" fmla="val 5479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15910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漂移不变式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3042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含术语目标与派生基字段两条新规则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0" y="1463040"/>
            <a:ext cx="2578608" cy="1335024"/>
          </a:xfrm>
          <a:prstGeom prst="roundRect">
            <a:avLst>
              <a:gd name="adj" fmla="val 5479"/>
            </a:avLst>
          </a:prstGeom>
          <a:solidFill>
            <a:srgbClr val="161D31"/>
          </a:solidFill>
          <a:ln w="12700">
            <a:solidFill>
              <a:srgbClr val="161D3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62288" y="15910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9162288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浏览器端到端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62288" y="23042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登录、聊天、审批、解析、通知全旅程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298094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十一幕演示，现场建议按这个顺序讲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3364992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" y="3493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scene_1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权限事故复现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68096" y="4059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对应原则 1 / 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" y="433425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页面约 50 条 / Open API 5054 / BO API 与页面一致并披露过滤维度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3364992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66160" y="3493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scene_6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56616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写路径全生命周期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4059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对应原则 2 / 11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433425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挂起三要素 → 审批快照加一次性令牌 → 唤醒落库 → 证据包 → 自检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3364992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64224" y="3493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scene_5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364224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双租同题不同答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059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对应原则 13 / 14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433425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阈值、术语、定义互不泄露，数据互相看不见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61120" y="3364992"/>
            <a:ext cx="2578608" cy="1792224"/>
          </a:xfrm>
          <a:prstGeom prst="roundRect">
            <a:avLst>
              <a:gd name="adj" fmla="val 4082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62288" y="3493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scene_11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162288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元数据喂养与本体驱动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162288" y="4059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对应原则 4 / 5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9162288" y="433425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投影段实时生成，未手写实体自动出现；派生字段生成 BO 能力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" y="5340096"/>
            <a:ext cx="11057839" cy="603504"/>
          </a:xfrm>
          <a:prstGeom prst="roundRect">
            <a:avLst>
              <a:gd name="adj" fmla="val 9091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86384" y="5340096"/>
            <a:ext cx="1061892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另有七幕覆盖诱导拦截、吊销即时生效、查不完整必披露、行业包与定时、跨域协同、消息扩展、配置即产品。被追问 14 条里任何一条，都可以当场跑给对方看。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落地职责的三层边界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架构图回答长什么样，这一页回答谁来建。详细工作项清单见附件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11057839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0320">
            <a:solidFill>
              <a:srgbClr val="161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6093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9568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与业务域无关、所有产品无差别复用的机制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16459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网关拦截链 · 令牌交换 · 模型网关 · 审计成本追踪 · 评测框架 · 执行引擎封装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22311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1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换一个产品，这些代码一行不改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871216"/>
            <a:ext cx="11057839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0320">
            <a:solidFill>
              <a:srgbClr val="2E46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017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应用层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3649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跨产品的约定与治理，单个产品不该私设、平台又不管的部分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305409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事件目录 · 权限维度模型 · SoD 与协作清单 · 语义定义仲裁 · 规格扩展标准 · 评测基准规范 · 审批分级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36393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一旦某个产品私设，跨域协同和定义一致性就断了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279392"/>
            <a:ext cx="11057839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0320">
            <a:solidFill>
              <a:srgbClr val="0E7D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4256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各产品（以应付为例）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7731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只有本产品懂的领域资产与判定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75888" y="44622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 规格内容 · 权限判定组件 · 业务幂等 · 完整性披露 · 事件发布 · 元数据接口 · MCP 工具暴露 · 派生字段引擎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675888" y="50474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D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别的产品替不了，规则引擎只认识自己域的规则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852160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F1F3FA"/>
          </a:solidFill>
          <a:ln w="12700">
            <a:solidFill>
              <a:srgbClr val="C6CD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5852160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应用层的产出物大多是约定与治理决策，不是代码。它需要的是一个跨产品的治理角色，不是一个新的开发团队。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1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需要在架构层面继续讨论的四件事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5331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四件都是判断层面的分歧或空白，都直接指向 14 条总纲要不要调整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394960" cy="1792224"/>
          </a:xfrm>
          <a:prstGeom prst="roundRect">
            <a:avLst>
              <a:gd name="adj" fmla="val 4082"/>
            </a:avLst>
          </a:prstGeom>
          <a:solidFill>
            <a:srgbClr val="232C47"/>
          </a:solidFill>
          <a:ln w="12700">
            <a:solidFill>
              <a:srgbClr val="3A45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2066544"/>
            <a:ext cx="4261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4 的分阶段表述要不要写进总纲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542032"/>
            <a:ext cx="42611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本体作为逻辑核心是方向，但阶段一只是语义与校验核心。把分三阶段写进总纲，对内对外都更站得住，也避免各产品按阶段三的预期排计划。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1920240"/>
            <a:ext cx="5394960" cy="1792224"/>
          </a:xfrm>
          <a:prstGeom prst="roundRect">
            <a:avLst>
              <a:gd name="adj" fmla="val 4082"/>
            </a:avLst>
          </a:prstGeom>
          <a:solidFill>
            <a:srgbClr val="232C47"/>
          </a:solidFill>
          <a:ln w="12700">
            <a:solidFill>
              <a:srgbClr val="3A45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55664" y="21031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14032" y="2066544"/>
            <a:ext cx="4261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8 要不要扩成三档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14032" y="2542032"/>
            <a:ext cx="42611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目前只描述确定性执行这一档。中间的受限自主只读档要不要确立为正式形态，直接决定各产品的场景怎么设计、评测怎么写。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5394960" cy="1792224"/>
          </a:xfrm>
          <a:prstGeom prst="roundRect">
            <a:avLst>
              <a:gd name="adj" fmla="val 4082"/>
            </a:avLst>
          </a:prstGeom>
          <a:solidFill>
            <a:srgbClr val="232C47"/>
          </a:solidFill>
          <a:ln w="12700">
            <a:solidFill>
              <a:srgbClr val="3A45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148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078224"/>
            <a:ext cx="4261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探索面的权限同源走哪条路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553712"/>
            <a:ext cx="42611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湖侧策略由 scope 模型生成加漂移不变式，还是湖上只给聚合、明细一律下钻回 BO API，或者两者都要。这决定探索面能不能开工。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3931920"/>
            <a:ext cx="5394960" cy="1792224"/>
          </a:xfrm>
          <a:prstGeom prst="roundRect">
            <a:avLst>
              <a:gd name="adj" fmla="val 4082"/>
            </a:avLst>
          </a:prstGeom>
          <a:solidFill>
            <a:srgbClr val="232C47"/>
          </a:solidFill>
          <a:ln w="12700">
            <a:solidFill>
              <a:srgbClr val="3A45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5664" y="41148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4078224"/>
            <a:ext cx="4261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 Open API 怎么处置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4553712"/>
            <a:ext cx="42611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AB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标为机对机专用加网络策略、统一由网关接管、还是按计划下线。不处置的话，原则 1 和 3 在实际系统里始终有个缺口。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另外八条缺口已逐条登记，方向明确，不需要在本次会上定。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512064" cy="457200"/>
          </a:xfrm>
          <a:prstGeom prst="roundRect">
            <a:avLst>
              <a:gd name="adj" fmla="val 20000"/>
            </a:avLst>
          </a:prstGeom>
          <a:solidFill>
            <a:srgbClr val="2E46C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3657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34747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附件清单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868680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产品落地指导部分单独成册，不在本次汇报正文里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277295" y="64008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1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444752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1F3FA"/>
          </a:solidFill>
          <a:ln w="19050">
            <a:solidFill>
              <a:srgbClr val="2E46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536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65376" y="1517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产品接入分级与验收标准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499616"/>
            <a:ext cx="6309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只读问答到 L4 跨域协同四级，每级列清楚产品必须交付什么、拿什么脚本判定通过、支撑哪几种形态，以及谁验收和不允许做什么。各产品落地主要用这一份。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359152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2450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附件二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865376" y="2432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应付产品八个工作项与 ERP 应用层七个工作项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414016"/>
            <a:ext cx="6309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每项配可运行的示例代码与验证脚本：BO 规格、权限判定组件、业务幂等、完整性披露、事件发布、元数据接口、MCP 暴露、派生字段引擎；以及事件目录、权限维度、SoD 与协作清单、定义仲裁、规格扩展标准、评测基准绑定、审批分级。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273552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3364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865376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换一个产品的推演对照表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328416"/>
            <a:ext cx="6309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用库存把八个工作项推演一遍，说明结构可复用，变的是幂等粒度、规模应对、不可逆判定标准三处。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187952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4279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附件四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65376" y="42611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十一幕演示剧本与验证报告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242816"/>
            <a:ext cx="6309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每幕的讲解词、断言要点、浏览器路径与 45 分钟节奏；四体系结果与三个入口取证，随代码再生成。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5102352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6F6F4"/>
          </a:solidFill>
          <a:ln w="12700">
            <a:solidFill>
              <a:srgbClr val="D7D6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5193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附件五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865376" y="51755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D2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HTML 材料与可运行演示系统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5157216"/>
            <a:ext cx="6309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本汇报的完整版，含三张架构图的详细展开、L0 七层代码导览、知识库专题、令牌设计。docker-compose 一键启动，默认 mock 模式不需要模型 key。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AI · L1 级参考架构</dc:title>
  <dc:subject>PptxGenJS Presentation</dc:subject>
  <dc:creator>ERP 架构组</dc:creator>
  <cp:lastModifiedBy>ERP 架构组</cp:lastModifiedBy>
  <cp:revision>1</cp:revision>
  <dcterms:created xsi:type="dcterms:W3CDTF">2026-09-20T09:11:58Z</dcterms:created>
  <dcterms:modified xsi:type="dcterms:W3CDTF">2026-09-20T09:11:58Z</dcterms:modified>
</cp:coreProperties>
</file>